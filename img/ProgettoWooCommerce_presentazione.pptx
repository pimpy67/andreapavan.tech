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8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2437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5580" y="0"/>
            <a:ext cx="2437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3370" y="0"/>
            <a:ext cx="2437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1160" y="0"/>
            <a:ext cx="2437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48640"/>
            <a:ext cx="2926080" cy="292608"/>
          </a:xfrm>
          <a:prstGeom prst="rect">
            <a:avLst/>
          </a:prstGeom>
          <a:solidFill>
            <a:srgbClr val="FFEEE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577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C2626"/>
                </a:solidFill>
              </a:rPr>
              <a:t>SLIDE 1 — CONTESTO DEL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</a:rPr>
              <a:t>WooCommerce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DC2626"/>
                </a:solidFill>
              </a:rP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6B7280"/>
                </a:solidFill>
              </a:rPr>
              <a:t>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502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Il database rappresenta un sistema di e-commerce (WooCommerce), utilizzato per gestire la vendita online di prodotti fisici e digitali, dagli ordini dei clienti fino alle spedizioni e alle recensioni.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</a:rPr>
              <a:t>Di cosa si occupa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68495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Gestisce l'intero ciclo di vita di un negozio online: catalogo prodotti con varianti e stock, ordini, pagamenti, spedizioni tramite corrieri e recensioni dei clienti.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7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</a:rPr>
              <a:t>Chi lo utilizza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45735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I clienti per acquistare e recensire. I gestori per amministrare prodotti e ordini. I corrieri per tracciare le spedizioni.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1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</a:rPr>
              <a:t>Informazioni principali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22975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Anagrafiche clienti · Catalogo con varianti SKU · Ordini e righe d'ordine · Transazioni · Spedizioni con tracking · Stock magazzino · Coupon · Recensioni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1D5DB"/>
                </a:solidFill>
              </a:rPr>
              <a:t>Autore: Andrea Pavan  ·  A.A. 2025/2026  ·  DBMS: MySQL  ·  Notazione: Crow's Foot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02920"/>
            <a:ext cx="4937760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57607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033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Entità nel modello 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554480"/>
            <a:ext cx="4937760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6276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Relazioni tra entità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606040"/>
            <a:ext cx="4937760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26791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136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Tipi di cardinalità (1:1 · 1:N · N:M)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657600"/>
            <a:ext cx="4937760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373075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187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Tabella ponte (relazione N:M)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754880"/>
            <a:ext cx="4937760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48280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</a:rPr>
              <a:t>DOMINI APPLICATIVI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C2626"/>
                </a:solidFill>
              </a:rPr>
              <a:t>Utenti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63256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8976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97706"/>
                </a:solidFill>
              </a:rPr>
              <a:t>Ordini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1352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563EB"/>
                </a:solidFill>
              </a:rPr>
              <a:t>Prodotti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99448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6A34A"/>
                </a:solidFill>
              </a:rPr>
              <a:t>Logistica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67544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3264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C3AED"/>
                </a:solidFill>
              </a:rPr>
              <a:t>Feedback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5047488"/>
            <a:ext cx="713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81360" y="50657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891B2"/>
                </a:solidFill>
              </a:rPr>
              <a:t>Geografia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r_diagram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78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0"/>
            <a:ext cx="24378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5580" y="0"/>
            <a:ext cx="2437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3370" y="0"/>
            <a:ext cx="2437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1160" y="0"/>
            <a:ext cx="2437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</a:rPr>
              <a:t>Cardinalità delle Relazioni — Guida Didattica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Teoria del Modello ER applicata al progetto WooCommerce · Notazione Crow's Foot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22960"/>
            <a:ext cx="3840480" cy="3657600"/>
          </a:xfrm>
          <a:prstGeom prst="rect">
            <a:avLst/>
          </a:prstGeom>
          <a:solidFill>
            <a:srgbClr val="F9FAF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C2626"/>
                </a:solidFill>
              </a:rPr>
              <a:t>1 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Uno a 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Ogni istanza di A è associata ad esattamente una istanza di B e viceversa. Indica dipendenza biunivoca diretta.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786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</a:rPr>
              <a:t>ESEMPI NEL PROGETTO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980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UTENTE ↔ DETTAGLIO_UTENTE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540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UTENTE ↔ CARRELLO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101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ORDINE ↔ SPEDIZIONE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ORDINE ↔ TRANSAZIONE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19" y="822960"/>
            <a:ext cx="3840480" cy="3657600"/>
          </a:xfrm>
          <a:prstGeom prst="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914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</a:rPr>
              <a:t>1 :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Uno a Molti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17556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Un'istanza di A può essere associata a più istanze di B, ma ogni B è associata ad una sola A. La relazione più frequente nei DB relazionali.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5786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</a:rPr>
              <a:t>ESEMPI NEL PROGETTO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7980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UTENTE → ORDINI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30540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ORDINE → DETTAGLIO_ORDINE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33101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PRODOTTO → VARIANTI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3566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PRODOTTO → RECENSIONI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8" y="822960"/>
            <a:ext cx="3840480" cy="3657600"/>
          </a:xfrm>
          <a:prstGeom prst="rect">
            <a:avLst/>
          </a:prstGeom>
          <a:solidFill>
            <a:srgbClr val="F9FAFB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8" y="914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A34A"/>
                </a:solidFill>
              </a:rPr>
              <a:t>N :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Molti a Molti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17556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</a:rPr>
              <a:t>Più istanze di A associate a più istanze di B. Si implementa tramite una tabella ponte con le FK di entrambe le entità.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25786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CA3AF"/>
                </a:solidFill>
              </a:rPr>
              <a:t>ESEMPI NEL PROGETTO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27980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→ VARIANTE ↔ MAGAZZINO → SCORTA (id_variante, id_magazzino, quantità)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464515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74151"/>
                </a:solidFill>
              </a:rPr>
              <a:t>CONCETTI CHIAVE DEL MODELLO 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91947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9743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Entità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19379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Oggetto del mondo reale con esistenza autonoma, rappresentato da un rettangolo. Es: UTENTE, PRODOTTO, ORDINE.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19" y="491947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9743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Chiave Primaria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519379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Attributo che identifica univocamente ogni riga. Non può essere NULL né duplicato. Di norma è un intero AUTO_INCREMENT.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491947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8" y="49743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Chiave Esterna (FK)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519379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Attributo che referenzia la PK di un'altra tabella. Garantisce l'integrità referenziale nel DB.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574243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Relazione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01675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Associazione semantica tra due entità. Diventa FK o tabella ponte in SQL.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19" y="574243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79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Crow's Foot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79" y="601675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Notazione grafica: la zampa di corvo indica il lato 'molti', la linea singola indica 'uno'.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58" y="5742432"/>
            <a:ext cx="3840480" cy="7498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8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</a:rPr>
              <a:t>Normalizzazione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18" y="601675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Organizzazione degli attributi per eliminare ridondanze. Es: Città→Provincia→Nazione (3NF).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5836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</a:rPr>
              <a:t>WooCommerce DB Design · Andrea Pavan · A.A. 2025/2026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